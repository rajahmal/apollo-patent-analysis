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randHairline"/>
          <p:cNvSpPr/>
          <p:nvPr/>
        </p:nvSpPr>
        <p:spPr>
          <a:xfrm>
            <a:off x="0" y="0"/>
            <a:ext cx="12192000" cy="20320"/>
          </a:xfrm>
          <a:prstGeom prst="rect">
            <a:avLst/>
          </a:prstGeom>
          <a:solidFill>
            <a:srgbClr val="C51212"/>
          </a:solidFill>
          <a:ln>
            <a:noFill/>
          </a:ln>
          <a:effectLst/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APOLLO CAPCOM">
  <a:themeElements>
    <a:clrScheme name="APOLLO CAPCOM">
      <a:dk1>
        <a:srgbClr val="111111"/>
      </a:dk1>
      <a:lt1>
        <a:srgbClr val="FFFFFF"/>
      </a:lt1>
      <a:dk2>
        <a:srgbClr val="831010"/>
      </a:dk2>
      <a:lt2>
        <a:srgbClr val="F6F7F8"/>
      </a:lt2>
      <a:accent1>
        <a:srgbClr val="C51212"/>
      </a:accent1>
      <a:accent2>
        <a:srgbClr val="4D5055"/>
      </a:accent2>
      <a:accent3>
        <a:srgbClr val="8F9499"/>
      </a:accent3>
      <a:accent4>
        <a:srgbClr val="C7CBD0"/>
      </a:accent4>
      <a:accent5>
        <a:srgbClr val="831010"/>
      </a:accent5>
      <a:accent6>
        <a:srgbClr val="E33333"/>
      </a:accent6>
      <a:hlink>
        <a:srgbClr val="C51212"/>
      </a:hlink>
      <a:folHlink>
        <a:srgbClr val="831010"/>
      </a:folHlink>
    </a:clrScheme>
    <a:fontScheme name="APOLLO CAPCOM">
      <a:majorFont>
        <a:latin typeface="Century Gothic"/>
        <a:ea typeface="Yu Mincho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Yu Gothic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